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225" autoAdjust="0"/>
    <p:restoredTop sz="94660"/>
  </p:normalViewPr>
  <p:slideViewPr>
    <p:cSldViewPr snapToGrid="0">
      <p:cViewPr>
        <p:scale>
          <a:sx n="66" d="100"/>
          <a:sy n="66" d="100"/>
        </p:scale>
        <p:origin x="1437" y="71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D6CA18-C912-F5E6-E6B7-5C51569142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E3E80C8-5E78-DBF7-2DAB-714F46DFDE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898B96A-BF35-89A9-3908-69974E42F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7451A-FC28-4EA4-AE69-8A6A6AF376A3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04A928-58D3-3CB0-A612-0C271A759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8A9BCEC-710D-80A6-ACE8-C2936EEB3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BC964-1251-4454-8FEF-9B3D24207A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0278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4C8A1D-51A0-E2BD-B2A7-8DB0503C3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90D445-7D93-DC58-CA9F-69F91D40C3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EC10CBF-0697-6355-DDC5-C625164D9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7451A-FC28-4EA4-AE69-8A6A6AF376A3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9DB74D3-4418-53C9-8FE1-3D0E4E7C4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73C82B-E7B0-9505-1D1E-BDD26332B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BC964-1251-4454-8FEF-9B3D24207A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5858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DC414F-58BD-068E-148A-5B7D03C75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CB446E3-AADE-2251-579F-ECCEC1D8EA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240611-BFCB-9AD0-C663-21381F415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7451A-FC28-4EA4-AE69-8A6A6AF376A3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BAD1A6-30B5-4228-5AD1-250B6DD98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B5C0BE-9935-6F10-248A-F7D23CAB8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BC964-1251-4454-8FEF-9B3D24207A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9813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68AABE-DB1E-6095-524A-ED28FEA53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B9A517C-1400-E585-2239-2E44344C23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A6E7637-652E-B54E-2F6C-4FD8CFAB40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AC1057C-1CBD-B6F0-3135-8C40A936D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7451A-FC28-4EA4-AE69-8A6A6AF376A3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186CB91-26F6-4528-CF45-D6F4497C3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A7AE36B-1E7C-B01F-40EB-6FAA1B00D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BC964-1251-4454-8FEF-9B3D24207A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9094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164C01-7AEF-C2CA-3501-E7EEA470D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B82D92F-1775-42AE-CDB3-FFB9EFEEF0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A0DA8FA-666F-0D22-A3E9-5D847CCA99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3BFD6F0-9C89-3F9A-A665-3624829DB7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455E0E6-AF82-5EC5-0D1C-B56FA146AC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597CCA0-B8AA-67F6-D63B-45B21CBCF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7451A-FC28-4EA4-AE69-8A6A6AF376A3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A53C349-A7C0-461B-0B61-4297387D1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45C03F6-D948-1A3F-1571-7E26F1EDF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BC964-1251-4454-8FEF-9B3D24207A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4007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501319-71B8-572E-CA83-68FEBF8A2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2C819B6-B711-75AD-3FA1-66C63406F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7451A-FC28-4EA4-AE69-8A6A6AF376A3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21FAD72-A601-3CA4-9EAE-24397CF5C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846E76B-232E-E95E-3B36-0E312058B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BC964-1251-4454-8FEF-9B3D24207A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8479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4943004-9A7B-EB47-FD38-ADF2C28B3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7451A-FC28-4EA4-AE69-8A6A6AF376A3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F191700-1517-87EB-BDA2-A11F9B609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BD2246-CB8B-0F03-684A-21D84FB9C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BC964-1251-4454-8FEF-9B3D24207A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4940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617706-120B-8C73-75E8-42E132DF8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1DD9351-246C-F500-1066-E2EB9BDD7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E711B25-B2EE-BF8C-F416-A0A8D09737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2F16364-3101-27BB-B391-080EBFA9D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7451A-FC28-4EA4-AE69-8A6A6AF376A3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4CBB5D2-39EE-0473-85DE-070502BAE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0192B5D-2991-FC23-FEF7-89DB21291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BC964-1251-4454-8FEF-9B3D24207A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6469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9850D1-2A9A-4D14-6640-363AFB1CA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726B461-FE97-98D2-7E15-92AB7DEF51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5B46128-2E10-3E61-3D96-084A4317AF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BC55B54-F346-3B6B-7006-26B85D502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7451A-FC28-4EA4-AE69-8A6A6AF376A3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F4D5597-8383-9259-2061-141C13BCD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F98CC6C-D586-C323-6AD2-3DC133308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BC964-1251-4454-8FEF-9B3D24207A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4320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C30860-5D37-8B8E-B87B-038DC048C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3334E6C-9759-2B9E-6449-3DE4660B57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6EE0A5A-59CD-CB42-D028-3CF17B572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7451A-FC28-4EA4-AE69-8A6A6AF376A3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257540-EFF6-64ED-6CCB-1A971DD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EE20EE8-D26A-F134-A1C3-99F5E6D08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BC964-1251-4454-8FEF-9B3D24207A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6080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583F25A-39BA-2B55-B787-D7330A4642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A322DFC-BEEC-24FE-7CB7-03DC6B38CB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B22522-4F73-D0C6-A6E1-0B8A7359F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7451A-FC28-4EA4-AE69-8A6A6AF376A3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04BFAB4-F7F3-DC25-DB64-F6868B128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9BDCF7C-51F5-6969-8F02-3EA3BD959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BC964-1251-4454-8FEF-9B3D24207A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64912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1AB141F-1CAF-7FF5-85CA-A1C5EFA30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817B550-33D0-D6D9-E3C4-B5F79884A4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72F9DD-AE83-AE43-35C6-E3DB1918D8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37451A-FC28-4EA4-AE69-8A6A6AF376A3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2A3541-1AB2-E07D-6109-0B3C6CB801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870F59-2D6A-8FAA-BEEC-7D85554A73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6BC964-1251-4454-8FEF-9B3D24207A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1981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26F46675-93BD-DC60-3169-CF0155CD1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5574" y="566338"/>
            <a:ext cx="6820852" cy="5725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0797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90E328F0-9F5B-7D2B-879D-25E4A3EA36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0809"/>
            <a:ext cx="12192000" cy="5036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3072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A9D8100-39F2-CD0B-BA17-5B987CF2D8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98068"/>
            <a:ext cx="12192000" cy="5461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2049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1059AC6E-1D9E-7FDB-2AD8-157491C07A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5106"/>
            <a:ext cx="12192000" cy="5367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8314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9F73766-2AD4-4EBA-9BED-4F5D1ED9FF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4939"/>
            <a:ext cx="12192000" cy="5768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3927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E5285625-D745-CA1B-9528-BABB622A01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7325"/>
            <a:ext cx="12192000" cy="518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7163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7D4B8BB6-AE88-A73D-FED8-15A9BD6DB0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77260"/>
            <a:ext cx="12192000" cy="5103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6763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56C82C52-C063-45BD-0513-759751255C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01926"/>
            <a:ext cx="12192000" cy="5454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7426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351A3A6-15C5-001B-37F1-C987CBCF3C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01926"/>
            <a:ext cx="12192000" cy="5454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4339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E06B5A2A-8F68-516D-C7E7-C105602D5F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4785" y="1247470"/>
            <a:ext cx="5582429" cy="4363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2543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C44C1D5-4A95-E539-FBE5-76957C0A18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0098"/>
            <a:ext cx="12192000" cy="5717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0450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E5F7F435-42D0-3511-22A2-CF02488705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93656"/>
            <a:ext cx="12192000" cy="5470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5341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9E66BE1-B02A-C11D-2CA8-F68B69C219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6443"/>
            <a:ext cx="12192000" cy="5485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0276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와이드스크린</PresentationFormat>
  <Paragraphs>0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yangga</dc:creator>
  <cp:lastModifiedBy>yangga</cp:lastModifiedBy>
  <cp:revision>1</cp:revision>
  <dcterms:created xsi:type="dcterms:W3CDTF">2025-11-10T15:31:45Z</dcterms:created>
  <dcterms:modified xsi:type="dcterms:W3CDTF">2025-11-10T15:32:11Z</dcterms:modified>
</cp:coreProperties>
</file>